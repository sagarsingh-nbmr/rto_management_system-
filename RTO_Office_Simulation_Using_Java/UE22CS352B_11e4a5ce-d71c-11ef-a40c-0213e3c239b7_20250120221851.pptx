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732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887413" y="4119563"/>
            <a:ext cx="4879975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75" tIns="43775" rIns="87575" bIns="43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650875"/>
            <a:ext cx="5778500" cy="325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c2ca80ff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c2ca80ff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ac2ca80ff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146798" y="303979"/>
            <a:ext cx="812103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Object Oriented Analysis and </a:t>
            </a:r>
            <a:r>
              <a:rPr lang="en-US" sz="2400" b="1" i="0" u="none" strike="noStrike" cap="none" dirty="0" smtClean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5;p21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57235" y="10586"/>
            <a:ext cx="812845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2956" y="136525"/>
            <a:ext cx="932769" cy="14022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/>
          <p:nvPr/>
        </p:nvSpPr>
        <p:spPr>
          <a:xfrm>
            <a:off x="18587" y="0"/>
            <a:ext cx="902297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" name="Google Shape;83;p12"/>
          <p:cNvCxnSpPr/>
          <p:nvPr/>
        </p:nvCxnSpPr>
        <p:spPr>
          <a:xfrm>
            <a:off x="18588" y="1087663"/>
            <a:ext cx="5817437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gilemodeling.com/artifacts/crcmodel.ht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4263442" y="432942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Sudeepa Roy Dey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154463" y="4723833"/>
            <a:ext cx="66346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1" name="Google Shape;91;p1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3" name="Google Shape;93;p13"/>
          <p:cNvCxnSpPr/>
          <p:nvPr/>
        </p:nvCxnSpPr>
        <p:spPr>
          <a:xfrm rot="10800000" flipH="1">
            <a:off x="4263442" y="4061861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4" name="Google Shape;94;p13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5" name="Google Shape;95;p1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4035707" y="1170082"/>
            <a:ext cx="749721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Object Oriented Analysis and </a:t>
            </a:r>
            <a:r>
              <a:rPr lang="en-US" sz="3600" b="1" i="0" u="none" strike="noStrike" cap="none" dirty="0" smtClean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76" y="5892224"/>
            <a:ext cx="11156647" cy="597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4035707" y="2314771"/>
            <a:ext cx="7229324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CRC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case study</a:t>
            </a:r>
            <a:endParaRPr sz="2800" b="1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7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3035" y="1041163"/>
            <a:ext cx="2382920" cy="39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359563" y="2818678"/>
            <a:ext cx="91774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CRC for a case study</a:t>
            </a:r>
            <a:endParaRPr sz="3600" b="1" i="0" u="none" strike="noStrike" cap="non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 Engineering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4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14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14"/>
          <p:cNvCxnSpPr/>
          <p:nvPr/>
        </p:nvCxnSpPr>
        <p:spPr>
          <a:xfrm>
            <a:off x="164387" y="2763388"/>
            <a:ext cx="8833698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" name="Google Shape;111;p14"/>
          <p:cNvSpPr/>
          <p:nvPr/>
        </p:nvSpPr>
        <p:spPr>
          <a:xfrm>
            <a:off x="1" y="1726230"/>
            <a:ext cx="917741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Object Oriented Analysis and </a:t>
            </a:r>
            <a:r>
              <a:rPr lang="en-US" sz="2800" b="1" i="0" u="none" strike="noStrike" cap="none" dirty="0" smtClean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98883" y="5505548"/>
            <a:ext cx="494588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Dr. Sudeepa Roy Dey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639614" y="5652583"/>
            <a:ext cx="618869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grateful thanks for contribution of slides to: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Ruby D, Asst Professor at the Department of CSE, PESU-EC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 idx="4294967295"/>
          </p:nvPr>
        </p:nvSpPr>
        <p:spPr>
          <a:xfrm>
            <a:off x="145916" y="748437"/>
            <a:ext cx="7848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C55A11"/>
                </a:solidFill>
              </a:rPr>
              <a:t>CRC  (Class-Responsibility-Collaborators)</a:t>
            </a:r>
            <a:endParaRPr sz="2400" b="1">
              <a:solidFill>
                <a:srgbClr val="C55A1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5924" y="1790150"/>
            <a:ext cx="8239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CRC cards are tool used for brainstorming in OO design and agile methodologies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CRC cards are created from Index cards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member of the project team write one CRC card for each relevant class/object of their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need to interact with other objects (Collaborators) in order to fulfill their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the cards are small, prevents to get  into details and give too many responsibilities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 be easily placed on the table and rearranged to describe and evolve the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615" y="1784028"/>
            <a:ext cx="32099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233464" y="1384358"/>
            <a:ext cx="8419288" cy="512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CRC  stands  for  Class,  Responsibility  and  Collaboration.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An  object-oriented  class  name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Include  information  about  super-  and  sub-classes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What  information  this  class  stores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What  this  class  does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The  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 which  an  object  is  accountable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Relationship  to  other  classes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Which  other  classes  this  class  uses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233464" y="872380"/>
            <a:ext cx="6099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What  is  a  CRC  Card?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61760"/>
          <a:stretch/>
        </p:blipFill>
        <p:spPr>
          <a:xfrm>
            <a:off x="7390055" y="1619810"/>
            <a:ext cx="4065629" cy="1298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441600" y="6124225"/>
            <a:ext cx="2636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CRC card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28;p16"/>
          <p:cNvPicPr preferRelativeResize="0"/>
          <p:nvPr/>
        </p:nvPicPr>
        <p:blipFill rotWithShape="1">
          <a:blip r:embed="rId3">
            <a:alphaModFix/>
          </a:blip>
          <a:srcRect t="37506"/>
          <a:stretch/>
        </p:blipFill>
        <p:spPr>
          <a:xfrm>
            <a:off x="7410604" y="3215812"/>
            <a:ext cx="4065629" cy="2958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6316143" y="3499400"/>
            <a:ext cx="45915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tudents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have information about themselves (their names and so forth), and not about seminars. What the student needs to do is collaborate/interact with the card labeled 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Seminar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to sign up for a seminar. Therefore, 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Seminar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is included in the list of collaborators of 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750" y="3504981"/>
            <a:ext cx="5671225" cy="295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61750" y="738575"/>
            <a:ext cx="375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55A11"/>
                </a:solidFill>
              </a:rPr>
              <a:t>Example: Student CRC card.  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10851" y="1544824"/>
            <a:ext cx="10375566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responsibility is anything that a class knows or does. The things a class knows and does constitute its responsibilities.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example, students have names, addresses, and phone numbers. These are the things a student knows.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Students also enroll in seminars, drop seminars, and request transcripts. These are the things a student does.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698200" y="6457800"/>
            <a:ext cx="6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Refer to link : </a:t>
            </a:r>
            <a:r>
              <a:rPr lang="en-US" i="1" u="sng" dirty="0">
                <a:solidFill>
                  <a:schemeClr val="hlink"/>
                </a:solidFill>
                <a:hlinkClick r:id="rId4"/>
              </a:rPr>
              <a:t>https://agilemodeling.com/artifacts/crcmodel.htm</a:t>
            </a:r>
            <a:r>
              <a:rPr lang="en-US" i="1" dirty="0"/>
              <a:t> for details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/>
        </p:nvSpPr>
        <p:spPr>
          <a:xfrm>
            <a:off x="0" y="1404532"/>
            <a:ext cx="10447500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CRC cards are an aid to a group role-playing activity.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cards are used in preference to pieces of paper due to their robustness and to the limitations that their size (approx. 15cm x 8cm) imposes on the number of responsibilities and collaborations that can be effectively allocated to each class.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class name is entered at the top of each card and responsibilities and collaborations are listed underneath as they become apparent.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endParaRPr lang="en-US" sz="2000" b="0" i="0" u="none" strike="noStrike" cap="none" dirty="0" smtClea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sake of clarity, each collaboration is normally listed next to the corresponding responsibility.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a UML perspective, use of CRC cards is in analyzing the object interaction that is triggered by a particular use case scenario. </a:t>
            </a:r>
            <a:endParaRPr lang="en-US" sz="2000" b="0" i="0" u="none" strike="noStrike" cap="none" dirty="0" smtClea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2438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process of using CRC cards is usually structured as follows.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2438" marR="0" lvl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1.Conduct a session to identify which objects are involved in the use case.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2438" marR="0" lvl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Allocate each object to a team member who will play the role of that object.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2438" marR="0" lvl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Act out the use case.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2438" marR="0" lvl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Identify and record any missing or redundant objects.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27;p16"/>
          <p:cNvSpPr txBox="1"/>
          <p:nvPr/>
        </p:nvSpPr>
        <p:spPr>
          <a:xfrm>
            <a:off x="233464" y="872380"/>
            <a:ext cx="6099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CRC  Card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64700" y="7359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400" b="1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86925" y="2077175"/>
            <a:ext cx="9429600" cy="30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“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Applying UML and Patterns: An Introduction to Object-Oriented Analysis and Design and Iterative Development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by Craig Larman, 3rd Edition, Pearson 2015.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"Object-Oriented Software Engineering: Practical Software Development using UML and Java"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Timothy C. Lethbridge, Robert Laganière, Second edition, Mc Gram Hill,2016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“Object-Oriented Modelling and Design with UML”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Michael R Blaha and James R Rumbaugh, 2nd Edition, Pearson 2007.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r>
              <a:rPr lang="en-US" i="1">
                <a:solidFill>
                  <a:schemeClr val="dk1"/>
                </a:solidFill>
              </a:rPr>
              <a:t> https://agilemodeling.com/artifacts/crcmodel.htm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0"/>
          <p:cNvCxnSpPr/>
          <p:nvPr/>
        </p:nvCxnSpPr>
        <p:spPr>
          <a:xfrm rot="10800000" flipH="1">
            <a:off x="5448168" y="2887307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0"/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sudeepar@pes.edu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0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158" name="Google Shape;158;p20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0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20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448168" y="3064182"/>
            <a:ext cx="63383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Sudeepa Roy Dey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448168" y="3525847"/>
            <a:ext cx="647937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3198" y="1427621"/>
            <a:ext cx="2969009" cy="3767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581</Words>
  <PresentationFormat>Custom</PresentationFormat>
  <Paragraphs>63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CRC  (Class-Responsibility-Collaborators)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Windows User</cp:lastModifiedBy>
  <cp:revision>3</cp:revision>
  <dcterms:modified xsi:type="dcterms:W3CDTF">2025-01-10T16:59:34Z</dcterms:modified>
</cp:coreProperties>
</file>